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 snapToGrid="1"/>
  </p:slideViewPr>
  <p:notesTextViewPr>
    <p:cViewPr varScale="1">
      <p:scale sx="100" sy="100"/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resentation Maker">
  <a:themeElements>
    <a:clrScheme name="Claro">
      <a:dk1>
        <a:srgbClr val="17211B"/>
      </a:dk1>
      <a:lt1>
        <a:srgbClr val="FFFFFF"/>
      </a:lt1>
      <a:dk2>
        <a:srgbClr val="31453A"/>
      </a:dk2>
      <a:lt2>
        <a:srgbClr val="F4F1EA"/>
      </a:lt2>
      <a:accent1>
        <a:srgbClr val="246F4E"/>
      </a:accent1>
      <a:accent2>
        <a:srgbClr val="5E806B"/>
      </a:accent2>
      <a:accent3>
        <a:srgbClr val="C9904A"/>
      </a:accent3>
      <a:accent4>
        <a:srgbClr val="71839A"/>
      </a:accent4>
      <a:accent5>
        <a:srgbClr val="956E75"/>
      </a:accent5>
      <a:accent6>
        <a:srgbClr val="79745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Presentation Maker</Application>
  <PresentationFormat>Presentación en pantalla (16:9)</PresentationFormat>
  <Slides>1</Slides>
  <Company/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 de septiembre de 2026 · 8:14 a. m.</dc:title>
  <dc:creator>Presentation Maker</dc:creator>
  <cp:lastModifiedBy>Presentation Maker</cp:lastModifiedBy>
  <dcterms:created xsi:type="dcterms:W3CDTF">2026-09-20T13:14:28Z</dcterms:created>
  <dcterms:modified xsi:type="dcterms:W3CDTF">2026-09-20T13:14:28Z</dcterms:modified>
</cp:coreProperties>
</file>